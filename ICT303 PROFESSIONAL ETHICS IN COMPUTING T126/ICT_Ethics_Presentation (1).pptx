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9531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058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Analysis of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AI Bias in ICT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2286000" y="1627632"/>
            <a:ext cx="4572000" cy="3200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|  Student </a:t>
            </a:r>
            <a:r>
              <a:rPr lang="en-US" sz="13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ICT303 Professional Ethics in Computing</a:t>
            </a: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Week 8 Presentation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737360" y="3154680"/>
            <a:ext cx="502920" cy="502920"/>
          </a:xfrm>
          <a:prstGeom prst="ellipse">
            <a:avLst/>
          </a:prstGeom>
          <a:solidFill>
            <a:srgbClr val="2E4A8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368" y="321868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Society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154680" y="3154680"/>
            <a:ext cx="502920" cy="502920"/>
          </a:xfrm>
          <a:prstGeom prst="ellipse">
            <a:avLst/>
          </a:prstGeom>
          <a:solidFill>
            <a:srgbClr val="2E4A8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3218688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2608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0" y="3154680"/>
            <a:ext cx="502920" cy="502920"/>
          </a:xfrm>
          <a:prstGeom prst="ellipse">
            <a:avLst/>
          </a:prstGeom>
          <a:solidFill>
            <a:srgbClr val="2E4A8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3218688"/>
            <a:ext cx="374904" cy="3749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989320" y="3154680"/>
            <a:ext cx="502920" cy="502920"/>
          </a:xfrm>
          <a:prstGeom prst="ellipse">
            <a:avLst/>
          </a:prstGeom>
          <a:solidFill>
            <a:srgbClr val="2E4A8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3218688"/>
            <a:ext cx="374904" cy="3749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6072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 &amp; Fairness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Ethical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371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9728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97280"/>
            <a:ext cx="41148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" y="1207008"/>
            <a:ext cx="3675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8912" y="1554480"/>
            <a:ext cx="36758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is deeply embedded in modern society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technological growth creates new ethical challenges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89120" y="1097280"/>
            <a:ext cx="44805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097280"/>
            <a:ext cx="41148" cy="16916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1"/>
          <p:cNvSpPr/>
          <p:nvPr/>
        </p:nvSpPr>
        <p:spPr>
          <a:xfrm>
            <a:off x="4553712" y="1207008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asks: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53712" y="1554480"/>
            <a:ext cx="42245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collecting personal data without user consent ethical?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deploying biased AI in critical decisions ethical?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74320" y="2926080"/>
            <a:ext cx="859536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274320" y="2926080"/>
            <a:ext cx="54864" cy="91440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81528"/>
            <a:ext cx="457200" cy="45720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8152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299008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Data Privacy Ethics   |   Q2: AI Bias Ethics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274320" y="400507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Frameworks Applied: Utilitarianism · Deontological Ethics · Justice Theory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Data Privacy Ethics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371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9728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97280"/>
            <a:ext cx="41148" cy="150876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234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207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Violations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8912" y="17556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is frequently collected and misused without individuals' knowledge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09728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09160" y="1097280"/>
            <a:ext cx="41148" cy="150876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2344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1207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Informed Consent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73752" y="17556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rarely understand how their data is collected, stored, or shared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74320" y="278892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788920"/>
            <a:ext cx="41148" cy="1508760"/>
          </a:xfrm>
          <a:prstGeom prst="rect">
            <a:avLst/>
          </a:prstGeom>
          <a:solidFill>
            <a:srgbClr val="2E4A8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29260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28986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&amp; Fairness Breach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38912" y="344728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fundamental privacy rights and the principle of fairness to individuals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709160" y="278892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2788920"/>
            <a:ext cx="41148" cy="1508760"/>
          </a:xfrm>
          <a:prstGeom prst="rect">
            <a:avLst/>
          </a:prstGeom>
          <a:solidFill>
            <a:srgbClr val="2E4A8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29260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28986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User Risk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873752" y="344728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disproportionate risks — particularly for vulnerable individuals and groups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74320" y="4462272"/>
            <a:ext cx="8595360" cy="3840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2"/>
          <p:cNvSpPr/>
          <p:nvPr/>
        </p:nvSpPr>
        <p:spPr>
          <a:xfrm>
            <a:off x="320040" y="4462272"/>
            <a:ext cx="85039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Verdict: Collecting data without consent is ethically unjustifiable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"/>
            <a:ext cx="7132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AI Bias Ethics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955280" y="164592"/>
            <a:ext cx="548640" cy="5486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0" y="164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371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09728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97280"/>
            <a:ext cx="41148" cy="150876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234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1207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Discrimination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38912" y="17556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training data produces AI decisions that unfairly disadvantage certain groups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709160" y="109728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09160" y="1097280"/>
            <a:ext cx="41148" cy="150876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2344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12070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73752" y="175564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'black-box' AI systems make it impossible to challenge or explain decisions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274320" y="278892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788920"/>
            <a:ext cx="41148" cy="1508760"/>
          </a:xfrm>
          <a:prstGeom prst="rect">
            <a:avLst/>
          </a:prstGeom>
          <a:solidFill>
            <a:srgbClr val="2E4A8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29260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28986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&amp; Fairness Violated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38912" y="344728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Perpetuates systemic inequalities in hiring, lending, healthcare, and criminal justice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709160" y="2788920"/>
            <a:ext cx="42062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2788920"/>
            <a:ext cx="41148" cy="1508760"/>
          </a:xfrm>
          <a:prstGeom prst="rect">
            <a:avLst/>
          </a:prstGeom>
          <a:solidFill>
            <a:srgbClr val="2E4A8C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29260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28986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Inequality Reinforced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873752" y="3447288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Marginalised communities bear the greatest harm from unchecked AI bias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74320" y="4462272"/>
            <a:ext cx="8595360" cy="3840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9" name="Text 22"/>
          <p:cNvSpPr/>
          <p:nvPr/>
        </p:nvSpPr>
        <p:spPr>
          <a:xfrm>
            <a:off x="320040" y="4462272"/>
            <a:ext cx="8503920" cy="38404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Verdict: Biased AI without safeguards is ethically indefensible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2004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51560"/>
            <a:ext cx="4251960" cy="1463040"/>
          </a:xfrm>
          <a:prstGeom prst="rect">
            <a:avLst/>
          </a:prstGeom>
          <a:solidFill>
            <a:srgbClr val="2E4A8C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45720" cy="146304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1612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Ethical Concerns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645920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 privacy violations and AI bias raise significant ethical issues that cannot be ignored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1051560"/>
            <a:ext cx="4251960" cy="1463040"/>
          </a:xfrm>
          <a:prstGeom prst="rect">
            <a:avLst/>
          </a:prstGeom>
          <a:solidFill>
            <a:srgbClr val="2E4A8C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51560"/>
            <a:ext cx="45720" cy="146304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1887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9552" y="11612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vs. Risks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0" y="1645920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ICT brings immense benefits, the associated risks demand careful and deliberate management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65760" y="2697480"/>
            <a:ext cx="4251960" cy="1463040"/>
          </a:xfrm>
          <a:prstGeom prst="rect">
            <a:avLst/>
          </a:prstGeom>
          <a:solidFill>
            <a:srgbClr val="2E4A8C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697480"/>
            <a:ext cx="45720" cy="146304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346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2807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Safeguards Required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3291840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governance, regulation, and accountability frameworks must be implemented proactively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846320" y="2697480"/>
            <a:ext cx="4251960" cy="1463040"/>
          </a:xfrm>
          <a:prstGeom prst="rect">
            <a:avLst/>
          </a:prstGeom>
          <a:solidFill>
            <a:srgbClr val="2E4A8C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2697480"/>
            <a:ext cx="45720" cy="146304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8346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59552" y="2807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Responsibility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029200" y="3291840"/>
            <a:ext cx="3950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professionals have a duty to uphold fairness, transparency, and public trust at all times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27" name="Text 21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Kawser ·  ICT303 Professional Ethics in Computing  ·  Week 8 Presentation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335</Words>
  <Application>Microsoft Office PowerPoint</Application>
  <PresentationFormat>On-screen Show (16:9)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Analysis of Data Privacy and AI Bias in ICT</dc:title>
  <dc:subject>PptxGenJS Presentation</dc:subject>
  <dc:creator>Topu</dc:creator>
  <cp:lastModifiedBy>rasel miah</cp:lastModifiedBy>
  <cp:revision>3</cp:revision>
  <dcterms:created xsi:type="dcterms:W3CDTF">2026-04-20T13:41:36Z</dcterms:created>
  <dcterms:modified xsi:type="dcterms:W3CDTF">2026-04-20T15:43:20Z</dcterms:modified>
</cp:coreProperties>
</file>